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73152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桂工赛智通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D9ECE9"/>
                </a:solidFill>
                <a:latin typeface="微软雅黑"/>
                <a:ea typeface="微软雅黑"/>
              </a:rPr>
              <a:t>面向大学生竞赛服务的智能体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7D8D3"/>
                </a:solidFill>
                <a:latin typeface="微软雅黑"/>
                <a:ea typeface="微软雅黑"/>
              </a:rPr>
              <a:t>让每一场比赛，都找到最适合你的打开方式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F9E63"/>
                </a:solidFill>
                <a:latin typeface="微软雅黑"/>
                <a:ea typeface="微软雅黑"/>
              </a:rPr>
              <a:t>参赛类别：数智新技艺 · 智能体 AIGC 应用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痛点：竞赛信息“获取难、匹配难、上手难”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大学生参赛的真实困境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信息分散：比赛通知散落在学校官网、学院群、公众号，学生需要反复搜索、切换多个渠道。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赛道难选：通知里的规则长、门槛多，学生很难快速判断“我到底适合报哪个”。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材料易漏：汇总表、命名规范、报送方式、时间节点等细节容易遗漏，导致错失资格。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缺少参谋：没有一个人性化的入口，能一站式完成检索、匹配、材料生成和计划制定。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解决方案：知识库 + AI 智能体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用自然语言对话，一站式解决参赛全流程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920240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自然语言提问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4688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03120"/>
            <a:ext cx="1920240" cy="128016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42316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意图识别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4688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103120"/>
            <a:ext cx="1920240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42316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知识库检索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4688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103120"/>
            <a:ext cx="1920240" cy="128016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42316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条件匹配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19" y="2468880"/>
            <a:ext cx="365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F766E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2103120"/>
            <a:ext cx="1920240" cy="12801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423160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生成答案/计划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66736F"/>
                </a:solidFill>
                <a:latin typeface="微软雅黑"/>
                <a:ea typeface="微软雅黑"/>
              </a:rPr>
              <a:t>知识库负责“事实”，AI 负责“理解和决策”。校园通知天然是结构化、可验证的数据源，正好解决数据可靠性这一核心难题。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面向桂林理工大学全日制在校学生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03520" cy="2011680"/>
          </a:xfrm>
          <a:prstGeom prst="rect">
            <a:avLst/>
          </a:prstGeom>
          <a:solidFill>
            <a:srgbClr val="F3F6F5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9728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5F59"/>
                </a:solidFill>
                <a:latin typeface="微软雅黑"/>
                <a:ea typeface="微软雅黑"/>
              </a:rPr>
              <a:t>赛前选赛道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3172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C2B28"/>
                </a:solidFill>
                <a:latin typeface="微软雅黑"/>
                <a:ea typeface="微软雅黑"/>
              </a:rPr>
              <a:t>输入年级、专业、兴趣、技能，智能匹配最合适的赛道或竞赛。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303520" cy="2011680"/>
          </a:xfrm>
          <a:prstGeom prst="rect">
            <a:avLst/>
          </a:prstGeom>
          <a:solidFill>
            <a:srgbClr val="F3F6F5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109728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5F59"/>
                </a:solidFill>
                <a:latin typeface="微软雅黑"/>
                <a:ea typeface="微软雅黑"/>
              </a:rPr>
              <a:t>资格判断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3172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C2B28"/>
                </a:solidFill>
                <a:latin typeface="微软雅黑"/>
                <a:ea typeface="微软雅黑"/>
              </a:rPr>
              <a:t>快速确认是否满足报名对象、发表范围等硬性条件。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5303520" cy="2011680"/>
          </a:xfrm>
          <a:prstGeom prst="rect">
            <a:avLst/>
          </a:prstGeom>
          <a:solidFill>
            <a:srgbClr val="F3F6F5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109728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5F59"/>
                </a:solidFill>
                <a:latin typeface="微软雅黑"/>
                <a:ea typeface="微软雅黑"/>
              </a:rPr>
              <a:t>材料准备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C2B28"/>
                </a:solidFill>
                <a:latin typeface="微软雅黑"/>
                <a:ea typeface="微软雅黑"/>
              </a:rPr>
              <a:t>生成材料清单，明确汇总表、命名规范、报送邮箱与纸质地址。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840480"/>
            <a:ext cx="5303520" cy="2011680"/>
          </a:xfrm>
          <a:prstGeom prst="rect">
            <a:avLst/>
          </a:prstGeom>
          <a:solidFill>
            <a:srgbClr val="F3F6F5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109728" cy="20116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1148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B5F59"/>
                </a:solidFill>
                <a:latin typeface="微软雅黑"/>
                <a:ea typeface="微软雅黑"/>
              </a:rPr>
              <a:t>参赛计划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0916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C2B28"/>
                </a:solidFill>
                <a:latin typeface="微软雅黑"/>
                <a:ea typeface="微软雅黑"/>
              </a:rPr>
              <a:t>按截止日期倒排任务，生成可执行的参赛计划。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应用情况介绍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已收录校内赛事与 84 项全国权威竞赛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校内赛事：2026 年大学生网络文化节（7 个赛道）+ 网络教育优秀作品推选展示大赛（教师 5 类）。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权威竞赛库：依据 2025 年教育部认可目录，收录 84 项全国大学生竞赛，并附各赛事官网入口。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使用方式：纯前端网页，浏览器直接打开即可用，无需安装、无需注册，支持离线规则模式。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C96F1F"/>
                </a:solidFill>
                <a:latin typeface="微软雅黑"/>
                <a:ea typeface="微软雅黑"/>
              </a:rPr>
              <a:t>▪  智能能力：可接入大模型 API（OpenAI 兼容），实现作品创意、方案等 AIGC 生成。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功能总览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六个核心功能，覆盖参赛全流程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383280" cy="164592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F59"/>
                </a:solidFill>
                <a:latin typeface="微软雅黑"/>
                <a:ea typeface="微软雅黑"/>
              </a:rPr>
              <a:t>① 比赛查询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383280" cy="164592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05740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F59"/>
                </a:solidFill>
                <a:latin typeface="微软雅黑"/>
                <a:ea typeface="微软雅黑"/>
              </a:rPr>
              <a:t>② 赛道匹配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9" y="164592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59" y="1645920"/>
            <a:ext cx="3383280" cy="164592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9" y="205740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F59"/>
                </a:solidFill>
                <a:latin typeface="微软雅黑"/>
                <a:ea typeface="微软雅黑"/>
              </a:rPr>
              <a:t>③ 资格判断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84048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3383280" cy="164592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5196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F59"/>
                </a:solidFill>
                <a:latin typeface="微软雅黑"/>
                <a:ea typeface="微软雅黑"/>
              </a:rPr>
              <a:t>④ 材料清单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84048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840480"/>
            <a:ext cx="3383280" cy="164592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25196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F59"/>
                </a:solidFill>
                <a:latin typeface="微软雅黑"/>
                <a:ea typeface="微软雅黑"/>
              </a:rPr>
              <a:t>⑤ AI 参赛助手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384048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59" y="3840480"/>
            <a:ext cx="3383280" cy="164592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4251960"/>
            <a:ext cx="3383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B5F59"/>
                </a:solidFill>
                <a:latin typeface="微软雅黑"/>
                <a:ea typeface="微软雅黑"/>
              </a:rPr>
              <a:t>⑥ 白名单竞赛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功能及特色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不只是问答，而是“决策型”智能体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意图识别 + 槽位抽取：自动识别“查比赛 / 选赛道 / 判资格 / 列材料 / 做计划”等意图，抽取专业、年级、赛道。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画像驱动匹配：年级 + 专业 + 兴趣 + 技能，对赛道和竞赛做匹配度排序。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上下文生成：材料清单、倒排计划、作品命名、PPT 结构、测试案例一次生成。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知识库可扩充：界面内添加赛事，或结构化扩展 kb.js，越用越聪明。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C96F1F"/>
                </a:solidFill>
                <a:latin typeface="微软雅黑"/>
                <a:ea typeface="微软雅黑"/>
              </a:rPr>
              <a:t>▪  大模型接入（AIGC）：接入后，作品创意、方案等由真实大模型生成，知识库作为 RAG 上下文注入。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技术架构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纯前端 + 知识库 + 大模型（可选）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554480"/>
            <a:ext cx="9966960" cy="3840480"/>
          </a:xfrm>
          <a:prstGeom prst="rect">
            <a:avLst/>
          </a:prstGeom>
          <a:solidFill>
            <a:srgbClr val="F3F6F5"/>
          </a:solidFill>
          <a:ln w="12700">
            <a:solidFill>
              <a:srgbClr val="E3E9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2011680"/>
            <a:ext cx="201168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01168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用户提问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011680"/>
            <a:ext cx="201168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01168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意图识别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011680"/>
            <a:ext cx="201168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槽位抽取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2011680"/>
            <a:ext cx="201168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01168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知识库检索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474720"/>
            <a:ext cx="201168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347472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匹配引擎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3474720"/>
            <a:ext cx="2011680" cy="9144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347472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应答生成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474720"/>
            <a:ext cx="2011680" cy="9144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20116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富卡片渲染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77840"/>
            <a:ext cx="99669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6736F"/>
                </a:solidFill>
                <a:latin typeface="微软雅黑"/>
                <a:ea typeface="微软雅黑"/>
              </a:rPr>
              <a:t>数据层：kb.js（校内赛事）+ kb_whitelist.js（84 项白名单）；智能层：规则引擎 + 可选大模型 API。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测试数据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用真实问题验证智能体能力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63040"/>
          <a:ext cx="10515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30936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测试输入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预期输出</a:t>
                      </a:r>
                    </a:p>
                  </a:txBody>
                  <a:tcPr anchor="ctr">
                    <a:solidFill>
                      <a:srgbClr val="0F766E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我是计算机专业大二，适合报哪个？</a:t>
                      </a:r>
                    </a:p>
                  </a:txBody>
                  <a:tcPr anchor="ctr"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推荐「数智新技艺」，并附材料清单与计划</a:t>
                      </a:r>
                    </a:p>
                  </a:txBody>
                  <a:tcPr anchor="ctr">
                    <a:solidFill>
                      <a:srgbClr val="F3F6F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最近有什么比赛？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列出校内赛事 + 截止倒计时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我能不能参加？</a:t>
                      </a:r>
                    </a:p>
                  </a:txBody>
                  <a:tcPr anchor="ctr"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判断学生对象，指向对应大赛</a:t>
                      </a:r>
                    </a:p>
                  </a:txBody>
                  <a:tcPr anchor="ctr">
                    <a:solidFill>
                      <a:srgbClr val="F3F6F5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报数智新技艺要交什么？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PPT 应用说明 + 汇总表 + 电子/纸质报送清单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白名单竞赛有哪些？</a:t>
                      </a:r>
                    </a:p>
                  </a:txBody>
                  <a:tcPr anchor="ctr"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2B28"/>
                          </a:solidFill>
                          <a:latin typeface="微软雅黑"/>
                          <a:ea typeface="微软雅黑"/>
                        </a:rPr>
                        <a:t>列出 84 项权威竞赛，按类别分组并附官网</a:t>
                      </a:r>
                    </a:p>
                  </a:txBody>
                  <a:tcPr anchor="ctr">
                    <a:solidFill>
                      <a:srgbClr val="F3F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可衡量的价值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效率提升：学生选赛道从“反复查通知”变成“一次提问完成”，检索时间显著缩短。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遗漏下降：材料清单式交付，降低汇总表、命名规范、报送方式等漏报风险。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可复用扩展：知识库可不断扩充，覆盖奖学金、就业实习、办事指南等更多校园事务。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C96F1F"/>
                </a:solidFill>
                <a:latin typeface="微软雅黑"/>
                <a:ea typeface="微软雅黑"/>
              </a:rPr>
              <a:t>▪  数据可靠：全部事实来自学校正式通知与教育部认可目录，可验证、可溯源。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应用入口链接及测试账号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按提交要求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应用入口：部署后提供网页链接（本地演示：outputs/guigong-saizhitong/index.html）。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测试账号：无需注册，打开即用；部署在线版后可提供演示账号 guest / 123456。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800" b="0">
                <a:solidFill>
                  <a:srgbClr val="1C2B28"/>
                </a:solidFill>
                <a:latin typeface="微软雅黑"/>
                <a:ea typeface="微软雅黑"/>
              </a:rPr>
              <a:t>▪  演示路径：问「最近有什么比赛」→「我适合报哪个赛道」→「数智新技艺需要准备什么」→「帮我做参赛计划」。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/>
                <a:ea typeface="微软雅黑"/>
              </a:rPr>
              <a:t>未来规划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D9ECE9"/>
                </a:solidFill>
                <a:latin typeface="微软雅黑"/>
                <a:ea typeface="微软雅黑"/>
              </a:rPr>
              <a:t>持续演进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接入更多赛事与政策知识库，覆盖奖学金、就业实习、办事指南。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深化大模型能力，支持多轮记忆、语音交互与个性化推荐。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2000" b="0">
                <a:solidFill>
                  <a:srgbClr val="1C2B28"/>
                </a:solidFill>
                <a:latin typeface="微软雅黑"/>
                <a:ea typeface="微软雅黑"/>
              </a:rPr>
              <a:t>▪  生成可视化参赛时间轴与团队分工建议。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D9ECE9"/>
                </a:solidFill>
                <a:latin typeface="微软雅黑"/>
                <a:ea typeface="微软雅黑"/>
              </a:rPr>
              <a:t>桂工赛智通 · 让每一场比赛都找到最适合你的打开方式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